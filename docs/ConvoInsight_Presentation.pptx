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365760"/>
            <a:ext cx="2194560" cy="219456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4572000"/>
            <a:ext cx="2743200" cy="2743200"/>
          </a:xfrm>
          <a:prstGeom prst="ellipse">
            <a:avLst/>
          </a:prstGeom>
          <a:solidFill>
            <a:srgbClr val="006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389120"/>
            <a:ext cx="2011680" cy="2011680"/>
          </a:xfrm>
          <a:prstGeom prst="ellipse">
            <a:avLst/>
          </a:prstGeom>
          <a:solidFill>
            <a:srgbClr val="00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voInsight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77240"/>
            <a:ext cx="1559732" cy="1234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46120" y="21488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ConvoInsight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6949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900">
                <a:solidFill>
                  <a:srgbClr val="B4D2C8"/>
                </a:solidFill>
              </a:defRPr>
            </a:pPr>
            <a:r>
              <a:t>AI-Powered WhatsApp Chat Analysis</a:t>
            </a:r>
          </a:p>
          <a:p>
            <a:pPr algn="ctr">
              <a:spcAft>
                <a:spcPts val="400"/>
              </a:spcAft>
              <a:defRPr sz="1900">
                <a:solidFill>
                  <a:srgbClr val="B4D2C8"/>
                </a:solidFill>
              </a:defRPr>
            </a:pPr>
            <a:r>
              <a:t>Final Year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5074920"/>
            <a:ext cx="4023360" cy="50292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A884"/>
                </a:solidFill>
              </a:defRPr>
            </a:pPr>
            <a:r>
              <a:t>WhatsApp  ·  AI  ·  Mobile  ·  Business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  |  Pitch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65105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0"/>
            <a:ext cx="54864" cy="65105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B21"/>
                </a:solidFill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2344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417320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609344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508760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WhatsApp group and business chats generate hundreds of messages daily.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075688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075688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2267712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2167128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Important tasks, deadlines, and decisions get buried in casual conversation.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734056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2734056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2926080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2825496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Manually reading long chat exports is slow, error-prone, and not scalable.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392424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392424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3584448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3483864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Users need a way to turn raw chat history into actionable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65105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0"/>
            <a:ext cx="54864" cy="65105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B21"/>
                </a:solidFill>
              </a:defRPr>
            </a:pPr>
            <a:r>
              <a:t>OUR SOLUTION — CONVOINSIGHT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2344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417320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609344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508760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A mobile app that analyzes exported WhatsApp chats using AI and NLP.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075688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075688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2267712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2167128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Upload a chat export → automated pipeline extracts insights in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734056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2734056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2926080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2825496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Surfaces priorities, action items, summaries, sentiment, and topics.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392424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392424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3584448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3483864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Designed for students, teams, and professionals managing chat-heavy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65105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0"/>
            <a:ext cx="54864" cy="65105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B21"/>
                </a:solidFill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2344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417320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609344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508760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📱 Email OTP login &amp; signup — secure, passwordless 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075688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075688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2267712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2167128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📂 Import WhatsApp chat exports (.txt) directly from the phone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734056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2734056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2926080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2825496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⚡ AI executive summary — 24-hour and full-conversation summaries (Llama 3.2)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392424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392424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3584448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3483864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🎯 Priority dashboard — urgent, moderate, and low-priority messages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050791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050791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" y="4242816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142231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✅ Action item extraction — tasks, meetings, and follow-ups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4709159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" y="4709159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" y="4901183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4800599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🔔 Urgent notifications — local alerts for high-priority messages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367527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5367527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4128" y="5559551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7008" y="5458967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🌓 Light / dark theme with modern WhatsApp-inspired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65105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0"/>
            <a:ext cx="54864" cy="65105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B21"/>
                </a:solidFill>
              </a:defRPr>
            </a:pPr>
            <a:r>
              <a:t>HOW IT WORKS — USER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2344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05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9031" y="1380744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149047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Sign up / Log in with email → receive OTP verification code</a:t>
            </a:r>
          </a:p>
        </p:txBody>
      </p:sp>
      <p:sp>
        <p:nvSpPr>
          <p:cNvPr id="12" name="Oval 11"/>
          <p:cNvSpPr/>
          <p:nvPr/>
        </p:nvSpPr>
        <p:spPr>
          <a:xfrm>
            <a:off x="4937760" y="1417320"/>
            <a:ext cx="438912" cy="438912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8112" y="1380744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8" y="149047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Export chat from WhatsApp (without media) → upload in app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017520"/>
            <a:ext cx="438912" cy="438912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99031" y="2980944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309067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Backend parses, cleans, and analyzes messages in background</a:t>
            </a:r>
          </a:p>
        </p:txBody>
      </p:sp>
      <p:sp>
        <p:nvSpPr>
          <p:cNvPr id="18" name="Oval 17"/>
          <p:cNvSpPr/>
          <p:nvPr/>
        </p:nvSpPr>
        <p:spPr>
          <a:xfrm>
            <a:off x="4937760" y="3017520"/>
            <a:ext cx="438912" cy="438912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980944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96128" y="309067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View Dashboard tab: summaries, priorities, actions, analytics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617720"/>
            <a:ext cx="438912" cy="438912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9031" y="4581144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7048" y="469087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View Conversation tab: original messages with read/unread tracking</a:t>
            </a:r>
          </a:p>
        </p:txBody>
      </p:sp>
      <p:sp>
        <p:nvSpPr>
          <p:cNvPr id="24" name="Oval 23"/>
          <p:cNvSpPr/>
          <p:nvPr/>
        </p:nvSpPr>
        <p:spPr>
          <a:xfrm>
            <a:off x="4937760" y="4617720"/>
            <a:ext cx="438912" cy="438912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68112" y="4581144"/>
            <a:ext cx="342900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4690872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Re-run ⚡ summary anytime for latest 24-hour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65105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0"/>
            <a:ext cx="54864" cy="65105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B21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2344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370332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325880"/>
            <a:ext cx="3703320" cy="5669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444752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Frontend (Mobile)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1" y="2057400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4712" y="2203704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21305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React Native + Expo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1" y="2587752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4712" y="2734056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7592" y="266090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TypeScript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1" y="3118104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4712" y="3264408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7592" y="319125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React Navigation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1" y="3648456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4712" y="3794760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372160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TanStack React Query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1" y="4178808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4712" y="4325112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07592" y="42519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AsyncStorage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1" y="4709160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4712" y="4855464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07592" y="478231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Expo Notifications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1325880"/>
            <a:ext cx="370332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1325880"/>
            <a:ext cx="3703320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1444752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Backend (API Server)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73752" y="2057400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965192" y="2203704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8072" y="21305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Python FastAPI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73752" y="2587752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65192" y="2734056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48072" y="266090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Uvicorn ASGI server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73752" y="3118104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65192" y="3264408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48072" y="319125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REST API (/api/*)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73752" y="3648456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65192" y="3794760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48072" y="372160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Background job pipeline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73752" y="4178808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65192" y="4325112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48072" y="42519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MongoDB Atlas storage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73752" y="4709160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965192" y="4855464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48072" y="478231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Gmail SMTP (OTP emails)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65105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0"/>
            <a:ext cx="54864" cy="65105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B21"/>
                </a:solidFill>
              </a:defRPr>
            </a:pPr>
            <a:r>
              <a:t>ANALYSIS PIPELINE (9 STEPS)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2344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07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1417320"/>
            <a:ext cx="384048" cy="38404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85623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111B21"/>
                </a:solidFill>
              </a:defRPr>
            </a:pPr>
            <a:r>
              <a:t>Parse WhatsApp export text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1417320"/>
            <a:ext cx="384048" cy="38404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185623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111B21"/>
                </a:solidFill>
              </a:defRPr>
            </a:pPr>
            <a:r>
              <a:t>Clean &amp; normalize messages</a:t>
            </a:r>
          </a:p>
        </p:txBody>
      </p:sp>
      <p:sp>
        <p:nvSpPr>
          <p:cNvPr id="13" name="Oval 12"/>
          <p:cNvSpPr/>
          <p:nvPr/>
        </p:nvSpPr>
        <p:spPr>
          <a:xfrm>
            <a:off x="6446520" y="1417320"/>
            <a:ext cx="384048" cy="38404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85623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111B21"/>
                </a:solidFill>
              </a:defRPr>
            </a:pPr>
            <a:r>
              <a:t>Structure into standardized message objects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2834640"/>
            <a:ext cx="384048" cy="384048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27355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111B21"/>
                </a:solidFill>
              </a:defRPr>
            </a:pPr>
            <a:r>
              <a:t>Cluster messages by topic (ML clustering)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2834640"/>
            <a:ext cx="384048" cy="384048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327355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111B21"/>
                </a:solidFill>
              </a:defRPr>
            </a:pPr>
            <a:r>
              <a:t>Summarize clusters (Llama 3.2 via Ollama)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2834640"/>
            <a:ext cx="384048" cy="384048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27355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111B21"/>
                </a:solidFill>
              </a:defRPr>
            </a:pPr>
            <a:r>
              <a:t>Classify intent (requests, questions, decisions…)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251960"/>
            <a:ext cx="384048" cy="384048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6908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111B21"/>
                </a:solidFill>
              </a:defRPr>
            </a:pPr>
            <a:r>
              <a:t>Assign priority levels (urgent / moderate / low)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4251960"/>
            <a:ext cx="384048" cy="384048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7" y="46908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111B21"/>
                </a:solidFill>
              </a:defRPr>
            </a:pPr>
            <a:r>
              <a:t>Extract action items &amp; meetings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4251960"/>
            <a:ext cx="384048" cy="384048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690872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>
                <a:solidFill>
                  <a:srgbClr val="111B21"/>
                </a:solidFill>
              </a:defRPr>
            </a:pPr>
            <a:r>
              <a:t>Enrich with entities, topics, sentiment &amp;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65105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0"/>
            <a:ext cx="54864" cy="65105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B21"/>
                </a:solidFill>
              </a:defRPr>
            </a:pPr>
            <a:r>
              <a:t>AI &amp; MACHINE LEARNING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2344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325880"/>
            <a:ext cx="370332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325880"/>
            <a:ext cx="3703320" cy="5669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444752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Core ML / NLP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1" y="2057400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4712" y="2203704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7592" y="21305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Meta Llama 3.2 (Ollama — local)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1" y="2587752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4712" y="2734056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7592" y="266090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OpenAI Whisper (speech-to-text)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1" y="3118104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4712" y="3264408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7592" y="319125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scikit-learn (topic clustering)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1" y="3648456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4712" y="3794760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372160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Transformers / PyTorch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1" y="4178808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4712" y="4325112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07592" y="42519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Intent classification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1" y="4709160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4712" y="4855464"/>
            <a:ext cx="91440" cy="91440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07592" y="478231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Priority &amp; action extractors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1325880"/>
            <a:ext cx="3703320" cy="4892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1325880"/>
            <a:ext cx="3703320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1444752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Supporting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73752" y="2057400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965192" y="2203704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8072" y="21305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Google Generative AI (legacy intent)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73752" y="2587752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65192" y="2734056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48072" y="266090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Rule-based summarization fallback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73752" y="3118104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65192" y="3264408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48072" y="319125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Text normalization &amp; cleaning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73752" y="3648456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65192" y="3794760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48072" y="372160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Entity &amp; topic extraction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73752" y="4178808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65192" y="4325112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48072" y="42519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Sentiment analysis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73752" y="4709160"/>
            <a:ext cx="3364992" cy="43891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965192" y="4855464"/>
            <a:ext cx="91440" cy="9144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48072" y="478231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11B21"/>
                </a:solidFill>
              </a:defRPr>
            </a:pPr>
            <a:r>
              <a:t>Insight enrichment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65105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0"/>
            <a:ext cx="54864" cy="65105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B21"/>
                </a:solidFill>
              </a:defRPr>
            </a:pPr>
            <a:r>
              <a:t>BACKEND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2344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417320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609344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508760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FastAPI — high-performance Python REST framework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075688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075688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2267712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2167128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MongoDB Atlas — users, messages, analysis jobs (persistent storage)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734056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2734056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2926080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2825496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Pydantic — request/response validation &amp; schemas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392424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392424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3584448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3483864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Gmail SMTP — sends OTP codes to any user's email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050791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050791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" y="4242816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142231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Ollama — local LLM inference (llama3.2 model)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4709159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" y="4709159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" y="4901183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4800599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pytest + httpx — automated API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6928" cy="6510528"/>
          </a:xfrm>
          <a:prstGeom prst="rect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0"/>
            <a:ext cx="54864" cy="65105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7772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B21"/>
                </a:solidFill>
              </a:defRPr>
            </a:pPr>
            <a:r>
              <a:t>FRONTEND &amp; MOBILE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042415"/>
            <a:ext cx="12344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417320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1609344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508760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React Native 0.76 — cross-platform iOS &amp; Android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075688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075688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2267712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2167128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Expo SDK 52 — build, notifications, document picker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734056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2734056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" y="2926080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2825496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TypeScript — type-safe client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392424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3392424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3584448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3483864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React Navigation 7 — stack &amp; tab navigation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4050791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4050791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" y="4242816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142231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Custom design system — themed components, light/dark mode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4709159"/>
            <a:ext cx="8001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" y="4709159"/>
            <a:ext cx="73152" cy="56692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" y="4901183"/>
            <a:ext cx="109728" cy="109728"/>
          </a:xfrm>
          <a:prstGeom prst="ellipse">
            <a:avLst/>
          </a:prstGeom>
          <a:solidFill>
            <a:srgbClr val="0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4800599"/>
            <a:ext cx="74980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50">
                <a:solidFill>
                  <a:srgbClr val="111B21"/>
                </a:solidFill>
              </a:defRPr>
            </a:pPr>
            <a:r>
              <a:t>Lazy-loaded screens — faster app startup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365760"/>
            <a:ext cx="2194560" cy="219456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4572000"/>
            <a:ext cx="2743200" cy="2743200"/>
          </a:xfrm>
          <a:prstGeom prst="ellipse">
            <a:avLst/>
          </a:prstGeom>
          <a:solidFill>
            <a:srgbClr val="006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389120"/>
            <a:ext cx="2011680" cy="2011680"/>
          </a:xfrm>
          <a:prstGeom prst="ellipse">
            <a:avLst/>
          </a:prstGeom>
          <a:solidFill>
            <a:srgbClr val="008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298448"/>
            <a:ext cx="146304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691640"/>
            <a:ext cx="7132320" cy="530352"/>
          </a:xfrm>
          <a:prstGeom prst="roundRect">
            <a:avLst>
              <a:gd name="adj" fmla="val 10000"/>
            </a:avLst>
          </a:prstGeom>
          <a:solidFill>
            <a:srgbClr val="14232A"/>
          </a:solidFill>
          <a:ln w="9525">
            <a:solidFill>
              <a:srgbClr val="006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801368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EBE6"/>
                </a:solidFill>
              </a:defRPr>
            </a:pPr>
            <a:r>
              <a:t>ConvoInsight transforms unstructured WhatsApp chats into structured business intelligence.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50008"/>
            <a:ext cx="7132320" cy="530352"/>
          </a:xfrm>
          <a:prstGeom prst="roundRect">
            <a:avLst>
              <a:gd name="adj" fmla="val 10000"/>
            </a:avLst>
          </a:prstGeom>
          <a:solidFill>
            <a:srgbClr val="14232A"/>
          </a:solidFill>
          <a:ln w="9525">
            <a:solidFill>
              <a:srgbClr val="006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459736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EBE6"/>
                </a:solidFill>
              </a:defRPr>
            </a:pPr>
            <a:r>
              <a:t>Combines modern mobile UX with a robust AI/NLP backend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08376"/>
            <a:ext cx="7132320" cy="530352"/>
          </a:xfrm>
          <a:prstGeom prst="roundRect">
            <a:avLst>
              <a:gd name="adj" fmla="val 10000"/>
            </a:avLst>
          </a:prstGeom>
          <a:solidFill>
            <a:srgbClr val="14232A"/>
          </a:solidFill>
          <a:ln w="9525">
            <a:solidFill>
              <a:srgbClr val="006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18104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EBE6"/>
                </a:solidFill>
              </a:defRPr>
            </a:pPr>
            <a:r>
              <a:t>Future: real-time WhatsApp integration, multi-language support, team dashboards.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666744"/>
            <a:ext cx="7132320" cy="530352"/>
          </a:xfrm>
          <a:prstGeom prst="roundRect">
            <a:avLst>
              <a:gd name="adj" fmla="val 10000"/>
            </a:avLst>
          </a:prstGeom>
          <a:solidFill>
            <a:srgbClr val="14232A"/>
          </a:solidFill>
          <a:ln w="9525">
            <a:solidFill>
              <a:srgbClr val="006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776472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EBE6"/>
                </a:solidFill>
              </a:defRPr>
            </a:pPr>
            <a:r>
              <a:t>Future: cloud LLM scaling (Groq/Together), advanced analytics &amp; export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06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A884"/>
                </a:solidFill>
              </a:defRPr>
            </a:pPr>
            <a:r>
              <a:t>Thank you — Questions?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0B4BE"/>
                </a:solidFill>
              </a:defRPr>
            </a:pPr>
            <a:r>
              <a:t>ConvoInsight Engine  |  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65471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A88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